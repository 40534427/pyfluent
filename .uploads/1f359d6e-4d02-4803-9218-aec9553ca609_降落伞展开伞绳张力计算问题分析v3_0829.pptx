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8" r:id="rId2"/>
    <p:sldId id="280" r:id="rId3"/>
    <p:sldId id="281" r:id="rId4"/>
    <p:sldId id="279" r:id="rId5"/>
    <p:sldId id="282" r:id="rId6"/>
    <p:sldId id="28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018" y="77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降落伞展开伞绳张力计算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by DYNA &amp; PARASIM Explicit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637030" y="4611370"/>
            <a:ext cx="9144000" cy="1069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2026</a:t>
            </a:r>
            <a:r>
              <a:rPr lang="zh-TW" altLang="en-US" sz="2400" dirty="0"/>
              <a:t> </a:t>
            </a:r>
            <a:r>
              <a:rPr lang="zh-CN" altLang="en-US" sz="2400" dirty="0"/>
              <a:t>年</a:t>
            </a:r>
            <a:r>
              <a:rPr lang="zh-TW" altLang="en-US" sz="2400" dirty="0"/>
              <a:t> </a:t>
            </a:r>
            <a:r>
              <a:rPr lang="en-US" altLang="zh-TW" sz="2400" dirty="0"/>
              <a:t>8</a:t>
            </a:r>
            <a:r>
              <a:rPr lang="zh-TW" altLang="en-US" sz="2400" dirty="0"/>
              <a:t> </a:t>
            </a:r>
            <a:r>
              <a:rPr lang="zh-CN" altLang="en-US" sz="2400" dirty="0"/>
              <a:t>月</a:t>
            </a:r>
            <a:r>
              <a:rPr lang="zh-TW" altLang="en-US" sz="2400" dirty="0"/>
              <a:t> </a:t>
            </a:r>
            <a:r>
              <a:rPr lang="en-US" altLang="zh-TW" sz="2400" dirty="0"/>
              <a:t>27</a:t>
            </a:r>
            <a:r>
              <a:rPr lang="zh-TW" altLang="en-US" sz="2400" dirty="0"/>
              <a:t> </a:t>
            </a:r>
            <a:r>
              <a:rPr lang="zh-CN" altLang="en-US" sz="2400" dirty="0"/>
              <a:t>日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C9A5B9-54D4-4F06-B643-CE8E23F4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1B396F9-BF5D-4769-8C7F-AFA1A065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28" y="136525"/>
            <a:ext cx="4205344" cy="549521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E5656B5-49BC-437C-9EE6-6058F0DC6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084" y="3607822"/>
            <a:ext cx="7297271" cy="302759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AA31051-5180-4EB1-B38C-6FADB2ECA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776" y="136525"/>
            <a:ext cx="6889296" cy="329247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4BB0BA3-85AB-4606-9898-2A26B9239EE8}"/>
              </a:ext>
            </a:extLst>
          </p:cNvPr>
          <p:cNvSpPr txBox="1"/>
          <p:nvPr/>
        </p:nvSpPr>
        <p:spPr>
          <a:xfrm>
            <a:off x="0" y="5755341"/>
            <a:ext cx="47660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流体域底面，设置强制向上入流速度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流体域所有的外表面，都设置不反射边界</a:t>
            </a:r>
          </a:p>
        </p:txBody>
      </p:sp>
    </p:spTree>
    <p:extLst>
      <p:ext uri="{BB962C8B-B14F-4D97-AF65-F5344CB8AC3E}">
        <p14:creationId xmlns:p14="http://schemas.microsoft.com/office/powerpoint/2010/main" val="1975811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568ACE-5AF6-47C2-A702-4DDF2452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149FF9-AE81-4FBE-8326-BD1A58707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9808"/>
            <a:ext cx="12192000" cy="505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8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0F7107-3DEB-4929-BFC5-EFCB7AB9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FC37A6-3A49-4960-8E9A-F7928EE21082}"/>
              </a:ext>
            </a:extLst>
          </p:cNvPr>
          <p:cNvSpPr txBox="1"/>
          <p:nvPr/>
        </p:nvSpPr>
        <p:spPr>
          <a:xfrm>
            <a:off x="139849" y="5873675"/>
            <a:ext cx="11912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2000" dirty="0"/>
              <a:t>每一根伞绳各自划分成</a:t>
            </a:r>
            <a:r>
              <a:rPr lang="en-US" altLang="zh-TW" sz="2000" dirty="0"/>
              <a:t>10</a:t>
            </a:r>
            <a:r>
              <a:rPr lang="zh-TW" altLang="en-US" sz="2000" dirty="0"/>
              <a:t>个</a:t>
            </a:r>
            <a:r>
              <a:rPr lang="en-US" altLang="zh-TW" sz="2000" dirty="0"/>
              <a:t>beam element, </a:t>
            </a:r>
            <a:r>
              <a:rPr lang="zh-TW" altLang="en-US" sz="2000" dirty="0"/>
              <a:t>所以充气过程有振荡。每个位置的力量大小与相位不尽相同。</a:t>
            </a:r>
            <a:endParaRPr lang="en-US" altLang="zh-TW" sz="2000" dirty="0"/>
          </a:p>
          <a:p>
            <a:pPr marL="342900" indent="-342900">
              <a:buAutoNum type="arabicPeriod"/>
            </a:pPr>
            <a:r>
              <a:rPr lang="zh-TW" altLang="en-US" sz="2000" dirty="0"/>
              <a:t>若仅关注底端各伞绳聚合点的总力。见右下角图。伞衣完全冲开的瞬间力大约是 </a:t>
            </a:r>
            <a:r>
              <a:rPr lang="en-US" altLang="zh-TW" sz="2400" b="1" dirty="0">
                <a:solidFill>
                  <a:srgbClr val="FF0000"/>
                </a:solidFill>
              </a:rPr>
              <a:t>~2000N</a:t>
            </a:r>
            <a:r>
              <a:rPr lang="zh-TW" altLang="en-US" sz="2400" b="1" dirty="0">
                <a:solidFill>
                  <a:srgbClr val="FF0000"/>
                </a:solidFill>
              </a:rPr>
              <a:t>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1ABD641-9A93-4437-9C2A-6B04A14F3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5283"/>
            <a:ext cx="11917680" cy="467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7048AB-BC9D-485D-9370-2751EC1F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39" y="136525"/>
            <a:ext cx="10515600" cy="64609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Time-step and calculation time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20506-6D05-4EFD-A855-670E6DED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DA4AA5A-3535-42F6-B970-F8F20885B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72" y="882127"/>
            <a:ext cx="5125064" cy="494862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79B93D0-6825-4064-AA70-43726B984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253" y="782619"/>
            <a:ext cx="6133475" cy="577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7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220A21-E0B0-4627-9739-82C62FF1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小结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C68C61-B99B-486F-BC35-B9BDB9AEF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自主软件计算的结果，趋势和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相同。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自主软件可以正确输出伞应力，绳张力，流体域速度场。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相同硬件条件，自主软件计算速度比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倍。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接下来要检讨流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固耦合力量，与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 step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之间的影响。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最关键的工作，是上述流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固耦合界面的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stiffness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，能随流速大小而改变，当然在此期间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 step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也会变化。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C3DBE5-85C3-482D-899B-E8E3524B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36477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235</Words>
  <Application>Microsoft Office PowerPoint</Application>
  <PresentationFormat>寬螢幕</PresentationFormat>
  <Paragraphs>19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標楷體</vt:lpstr>
      <vt:lpstr>Arial</vt:lpstr>
      <vt:lpstr>Calibri</vt:lpstr>
      <vt:lpstr>Times New Roman</vt:lpstr>
      <vt:lpstr>WPS</vt:lpstr>
      <vt:lpstr>降落伞展开伞绳张力计算  by DYNA &amp; PARASIM Explicit</vt:lpstr>
      <vt:lpstr>PowerPoint 簡報</vt:lpstr>
      <vt:lpstr>PowerPoint 簡報</vt:lpstr>
      <vt:lpstr>PowerPoint 簡報</vt:lpstr>
      <vt:lpstr>Time-step and calculation time 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降落伞展开伞绳张力计算</dc:title>
  <dc:creator>user</dc:creator>
  <cp:lastModifiedBy>Allen Hsu</cp:lastModifiedBy>
  <cp:revision>74</cp:revision>
  <dcterms:created xsi:type="dcterms:W3CDTF">2023-08-09T12:44:00Z</dcterms:created>
  <dcterms:modified xsi:type="dcterms:W3CDTF">2026-08-29T05:55:23Z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E18B74CEE7A442A8B0C9C685D65D5D96_13</vt:lpwstr>
  </property>
</Properties>
</file>